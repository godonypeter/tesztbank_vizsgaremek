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7" r:id="rId6"/>
    <p:sldId id="278" r:id="rId7"/>
    <p:sldId id="279" r:id="rId8"/>
    <p:sldId id="283" r:id="rId9"/>
    <p:sldId id="282" r:id="rId10"/>
    <p:sldId id="281" r:id="rId11"/>
  </p:sldIdLst>
  <p:sldSz cx="12192000" cy="6858000"/>
  <p:notesSz cx="6858000" cy="9144000"/>
  <p:defaultTextStyle>
    <a:defPPr rtl="0">
      <a:defRPr lang="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713" autoAdjust="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 rtlCol="0"/>
        <a:lstStyle/>
        <a:p>
          <a:pPr rtl="0"/>
          <a:endParaRPr lang="en-US"/>
        </a:p>
      </dgm:t>
    </dgm:pt>
    <dgm:pt modelId="{1EE07CB1-6C04-4C4E-A34D-3218FD07C7C3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hu-HU" noProof="0" dirty="0"/>
            <a:t>Ötlet</a:t>
          </a:r>
        </a:p>
      </dgm:t>
    </dgm:pt>
    <dgm:pt modelId="{3E27CC8D-D899-40EE-A6D8-0D5A909958B3}" type="parTrans" cxnId="{710927C7-5C80-4EBC-BCE7-C6AB6C85F460}">
      <dgm:prSet/>
      <dgm:spPr/>
      <dgm:t>
        <a:bodyPr/>
        <a:lstStyle/>
        <a:p>
          <a:endParaRPr lang="hu-HU"/>
        </a:p>
      </dgm:t>
    </dgm:pt>
    <dgm:pt modelId="{A9D9C44F-9653-4BF7-A2EB-3719F513F2C2}" type="sibTrans" cxnId="{710927C7-5C80-4EBC-BCE7-C6AB6C85F460}">
      <dgm:prSet/>
      <dgm:spPr/>
      <dgm:t>
        <a:bodyPr/>
        <a:lstStyle/>
        <a:p>
          <a:endParaRPr lang="hu-HU"/>
        </a:p>
      </dgm:t>
    </dgm:pt>
    <dgm:pt modelId="{FCBA400A-9CAC-433A-9E9B-2086138ED7B3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hu-HU" noProof="0" dirty="0"/>
            <a:t>Célközönség</a:t>
          </a:r>
        </a:p>
      </dgm:t>
    </dgm:pt>
    <dgm:pt modelId="{5F27C032-93B6-4738-A46F-7BA685DB541A}" type="parTrans" cxnId="{B09F2D70-A448-409A-BEE4-F1B36A71D6EF}">
      <dgm:prSet/>
      <dgm:spPr/>
      <dgm:t>
        <a:bodyPr/>
        <a:lstStyle/>
        <a:p>
          <a:endParaRPr lang="hu-HU"/>
        </a:p>
      </dgm:t>
    </dgm:pt>
    <dgm:pt modelId="{554C3A0A-C5E0-4D36-9EA9-916C2A41AD7E}" type="sibTrans" cxnId="{B09F2D70-A448-409A-BEE4-F1B36A71D6EF}">
      <dgm:prSet/>
      <dgm:spPr/>
      <dgm:t>
        <a:bodyPr/>
        <a:lstStyle/>
        <a:p>
          <a:endParaRPr lang="hu-HU"/>
        </a:p>
      </dgm:t>
    </dgm:pt>
    <dgm:pt modelId="{0D850FE4-1952-4EFB-ACA2-47B6972D6203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hu-HU" noProof="0" dirty="0"/>
            <a:t>Felület</a:t>
          </a:r>
        </a:p>
      </dgm:t>
    </dgm:pt>
    <dgm:pt modelId="{E232CC31-4B05-4149-B794-C022895FCCF9}" type="parTrans" cxnId="{E6B58A09-03EB-426D-B37F-F72FC97E8EFA}">
      <dgm:prSet/>
      <dgm:spPr/>
      <dgm:t>
        <a:bodyPr/>
        <a:lstStyle/>
        <a:p>
          <a:endParaRPr lang="hu-HU"/>
        </a:p>
      </dgm:t>
    </dgm:pt>
    <dgm:pt modelId="{36135888-BE83-4471-9EC7-250AA0A60237}" type="sibTrans" cxnId="{E6B58A09-03EB-426D-B37F-F72FC97E8EFA}">
      <dgm:prSet/>
      <dgm:spPr/>
      <dgm:t>
        <a:bodyPr/>
        <a:lstStyle/>
        <a:p>
          <a:endParaRPr lang="hu-HU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EE814472-649D-421E-A8E2-564BE2C64A9D}" type="pres">
      <dgm:prSet presAssocID="{1EE07CB1-6C04-4C4E-A34D-3218FD07C7C3}" presName="compNode" presStyleCnt="0"/>
      <dgm:spPr/>
    </dgm:pt>
    <dgm:pt modelId="{95B8F420-3FA1-4CF9-A497-F2E2DFDF1268}" type="pres">
      <dgm:prSet presAssocID="{1EE07CB1-6C04-4C4E-A34D-3218FD07C7C3}" presName="iconBgRect" presStyleLbl="bgShp" presStyleIdx="0" presStyleCnt="3"/>
      <dgm:spPr/>
    </dgm:pt>
    <dgm:pt modelId="{51A7F7AB-32D7-42D0-B198-A9E1FFF760C9}" type="pres">
      <dgm:prSet presAssocID="{1EE07CB1-6C04-4C4E-A34D-3218FD07C7C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llanykörte és fogaskerék"/>
        </a:ext>
      </dgm:extLst>
    </dgm:pt>
    <dgm:pt modelId="{92E6EDD1-1AE1-45D8-B131-B36D16339714}" type="pres">
      <dgm:prSet presAssocID="{1EE07CB1-6C04-4C4E-A34D-3218FD07C7C3}" presName="spaceRect" presStyleCnt="0"/>
      <dgm:spPr/>
    </dgm:pt>
    <dgm:pt modelId="{EB92028E-B8F2-4324-9397-ED532FD78186}" type="pres">
      <dgm:prSet presAssocID="{1EE07CB1-6C04-4C4E-A34D-3218FD07C7C3}" presName="textRect" presStyleLbl="revTx" presStyleIdx="0" presStyleCnt="3">
        <dgm:presLayoutVars>
          <dgm:chMax val="1"/>
          <dgm:chPref val="1"/>
        </dgm:presLayoutVars>
      </dgm:prSet>
      <dgm:spPr/>
    </dgm:pt>
    <dgm:pt modelId="{E7D493E5-B9D5-45CB-A49F-C73EC4EA73B3}" type="pres">
      <dgm:prSet presAssocID="{A9D9C44F-9653-4BF7-A2EB-3719F513F2C2}" presName="sibTrans" presStyleCnt="0"/>
      <dgm:spPr/>
    </dgm:pt>
    <dgm:pt modelId="{66D17DF7-54AC-4B61-B158-D173A0EDC8C9}" type="pres">
      <dgm:prSet presAssocID="{FCBA400A-9CAC-433A-9E9B-2086138ED7B3}" presName="compNode" presStyleCnt="0"/>
      <dgm:spPr/>
    </dgm:pt>
    <dgm:pt modelId="{AB2D6361-7557-4577-A98E-0DD227A9EE6E}" type="pres">
      <dgm:prSet presAssocID="{FCBA400A-9CAC-433A-9E9B-2086138ED7B3}" presName="iconBgRect" presStyleLbl="bgShp" presStyleIdx="1" presStyleCnt="3"/>
      <dgm:spPr/>
    </dgm:pt>
    <dgm:pt modelId="{34372B73-F2F8-4853-BE16-1F7B9F3F1C6A}" type="pres">
      <dgm:prSet presAssocID="{FCBA400A-9CAC-433A-9E9B-2086138ED7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élközönség"/>
        </a:ext>
      </dgm:extLst>
    </dgm:pt>
    <dgm:pt modelId="{A787EFB0-FCCA-4BEA-A777-63A2CBED0C89}" type="pres">
      <dgm:prSet presAssocID="{FCBA400A-9CAC-433A-9E9B-2086138ED7B3}" presName="spaceRect" presStyleCnt="0"/>
      <dgm:spPr/>
    </dgm:pt>
    <dgm:pt modelId="{F487F68C-461C-4618-B476-322CBF758244}" type="pres">
      <dgm:prSet presAssocID="{FCBA400A-9CAC-433A-9E9B-2086138ED7B3}" presName="textRect" presStyleLbl="revTx" presStyleIdx="1" presStyleCnt="3">
        <dgm:presLayoutVars>
          <dgm:chMax val="1"/>
          <dgm:chPref val="1"/>
        </dgm:presLayoutVars>
      </dgm:prSet>
      <dgm:spPr/>
    </dgm:pt>
    <dgm:pt modelId="{445F48FB-1CA1-44E3-AAD4-2BEA6CC5D16E}" type="pres">
      <dgm:prSet presAssocID="{554C3A0A-C5E0-4D36-9EA9-916C2A41AD7E}" presName="sibTrans" presStyleCnt="0"/>
      <dgm:spPr/>
    </dgm:pt>
    <dgm:pt modelId="{2D9C5A4D-6BC8-4F3C-A68D-0D40CB717C08}" type="pres">
      <dgm:prSet presAssocID="{0D850FE4-1952-4EFB-ACA2-47B6972D6203}" presName="compNode" presStyleCnt="0"/>
      <dgm:spPr/>
    </dgm:pt>
    <dgm:pt modelId="{C10136A4-0F96-42AD-AD0A-D17E8EAEEE5F}" type="pres">
      <dgm:prSet presAssocID="{0D850FE4-1952-4EFB-ACA2-47B6972D6203}" presName="iconBgRect" presStyleLbl="bgShp" presStyleIdx="2" presStyleCnt="3"/>
      <dgm:spPr/>
    </dgm:pt>
    <dgm:pt modelId="{6E72D542-CEB5-4DAC-AB2E-68A0F07C0881}" type="pres">
      <dgm:prSet presAssocID="{0D850FE4-1952-4EFB-ACA2-47B6972D62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lenőrzőlista"/>
        </a:ext>
      </dgm:extLst>
    </dgm:pt>
    <dgm:pt modelId="{D9A3EB1E-5FA1-42C3-85F3-CA9C94056171}" type="pres">
      <dgm:prSet presAssocID="{0D850FE4-1952-4EFB-ACA2-47B6972D6203}" presName="spaceRect" presStyleCnt="0"/>
      <dgm:spPr/>
    </dgm:pt>
    <dgm:pt modelId="{5AB752E0-19F8-4313-AA90-689365659A15}" type="pres">
      <dgm:prSet presAssocID="{0D850FE4-1952-4EFB-ACA2-47B6972D620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6B58A09-03EB-426D-B37F-F72FC97E8EFA}" srcId="{01A66772-F185-4D58-B8BB-E9370D7A7A2B}" destId="{0D850FE4-1952-4EFB-ACA2-47B6972D6203}" srcOrd="2" destOrd="0" parTransId="{E232CC31-4B05-4149-B794-C022895FCCF9}" sibTransId="{36135888-BE83-4471-9EC7-250AA0A60237}"/>
    <dgm:cxn modelId="{BADAE90D-904C-4C84-85E0-2219F1C0AACE}" type="presOf" srcId="{1EE07CB1-6C04-4C4E-A34D-3218FD07C7C3}" destId="{EB92028E-B8F2-4324-9397-ED532FD78186}" srcOrd="0" destOrd="0" presId="urn:microsoft.com/office/officeart/2018/5/layout/IconCircleLabelList"/>
    <dgm:cxn modelId="{E1E6682F-5CBC-45A2-8AC8-D8C15907985E}" type="presOf" srcId="{0D850FE4-1952-4EFB-ACA2-47B6972D6203}" destId="{5AB752E0-19F8-4313-AA90-689365659A15}" srcOrd="0" destOrd="0" presId="urn:microsoft.com/office/officeart/2018/5/layout/IconCircleLabelList"/>
    <dgm:cxn modelId="{3277E131-D442-40A4-878F-92EE61ADCC34}" type="presOf" srcId="{FCBA400A-9CAC-433A-9E9B-2086138ED7B3}" destId="{F487F68C-461C-4618-B476-322CBF758244}" srcOrd="0" destOrd="0" presId="urn:microsoft.com/office/officeart/2018/5/layout/IconCircleLabelList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B09F2D70-A448-409A-BEE4-F1B36A71D6EF}" srcId="{01A66772-F185-4D58-B8BB-E9370D7A7A2B}" destId="{FCBA400A-9CAC-433A-9E9B-2086138ED7B3}" srcOrd="1" destOrd="0" parTransId="{5F27C032-93B6-4738-A46F-7BA685DB541A}" sibTransId="{554C3A0A-C5E0-4D36-9EA9-916C2A41AD7E}"/>
    <dgm:cxn modelId="{710927C7-5C80-4EBC-BCE7-C6AB6C85F460}" srcId="{01A66772-F185-4D58-B8BB-E9370D7A7A2B}" destId="{1EE07CB1-6C04-4C4E-A34D-3218FD07C7C3}" srcOrd="0" destOrd="0" parTransId="{3E27CC8D-D899-40EE-A6D8-0D5A909958B3}" sibTransId="{A9D9C44F-9653-4BF7-A2EB-3719F513F2C2}"/>
    <dgm:cxn modelId="{93994830-4E4C-4A91-A219-561C503F0D8B}" type="presParOf" srcId="{50B3CE7C-E10B-4E23-BD93-03664997C932}" destId="{EE814472-649D-421E-A8E2-564BE2C64A9D}" srcOrd="0" destOrd="0" presId="urn:microsoft.com/office/officeart/2018/5/layout/IconCircleLabelList"/>
    <dgm:cxn modelId="{0697991F-F3CB-43DF-86F6-583245F7BB76}" type="presParOf" srcId="{EE814472-649D-421E-A8E2-564BE2C64A9D}" destId="{95B8F420-3FA1-4CF9-A497-F2E2DFDF1268}" srcOrd="0" destOrd="0" presId="urn:microsoft.com/office/officeart/2018/5/layout/IconCircleLabelList"/>
    <dgm:cxn modelId="{0E2C172F-A5EC-4E24-9BD2-D2DAC43376CC}" type="presParOf" srcId="{EE814472-649D-421E-A8E2-564BE2C64A9D}" destId="{51A7F7AB-32D7-42D0-B198-A9E1FFF760C9}" srcOrd="1" destOrd="0" presId="urn:microsoft.com/office/officeart/2018/5/layout/IconCircleLabelList"/>
    <dgm:cxn modelId="{96C66CF3-5EDC-40CA-89C6-3B532C20F785}" type="presParOf" srcId="{EE814472-649D-421E-A8E2-564BE2C64A9D}" destId="{92E6EDD1-1AE1-45D8-B131-B36D16339714}" srcOrd="2" destOrd="0" presId="urn:microsoft.com/office/officeart/2018/5/layout/IconCircleLabelList"/>
    <dgm:cxn modelId="{AB06EA44-E5CA-458F-99F0-AF23F4C8D620}" type="presParOf" srcId="{EE814472-649D-421E-A8E2-564BE2C64A9D}" destId="{EB92028E-B8F2-4324-9397-ED532FD78186}" srcOrd="3" destOrd="0" presId="urn:microsoft.com/office/officeart/2018/5/layout/IconCircleLabelList"/>
    <dgm:cxn modelId="{7FA96ADA-420E-4687-BF52-A95AAA46D3D4}" type="presParOf" srcId="{50B3CE7C-E10B-4E23-BD93-03664997C932}" destId="{E7D493E5-B9D5-45CB-A49F-C73EC4EA73B3}" srcOrd="1" destOrd="0" presId="urn:microsoft.com/office/officeart/2018/5/layout/IconCircleLabelList"/>
    <dgm:cxn modelId="{460DF945-CB1E-4AF8-A98A-08A500AF16BA}" type="presParOf" srcId="{50B3CE7C-E10B-4E23-BD93-03664997C932}" destId="{66D17DF7-54AC-4B61-B158-D173A0EDC8C9}" srcOrd="2" destOrd="0" presId="urn:microsoft.com/office/officeart/2018/5/layout/IconCircleLabelList"/>
    <dgm:cxn modelId="{1182EC76-FCBA-4F7D-8D0C-003658C580CE}" type="presParOf" srcId="{66D17DF7-54AC-4B61-B158-D173A0EDC8C9}" destId="{AB2D6361-7557-4577-A98E-0DD227A9EE6E}" srcOrd="0" destOrd="0" presId="urn:microsoft.com/office/officeart/2018/5/layout/IconCircleLabelList"/>
    <dgm:cxn modelId="{7676EF33-7CE7-448E-B232-33BC36F6118D}" type="presParOf" srcId="{66D17DF7-54AC-4B61-B158-D173A0EDC8C9}" destId="{34372B73-F2F8-4853-BE16-1F7B9F3F1C6A}" srcOrd="1" destOrd="0" presId="urn:microsoft.com/office/officeart/2018/5/layout/IconCircleLabelList"/>
    <dgm:cxn modelId="{53DD21BC-D431-42E6-B434-B2E94FFA6848}" type="presParOf" srcId="{66D17DF7-54AC-4B61-B158-D173A0EDC8C9}" destId="{A787EFB0-FCCA-4BEA-A777-63A2CBED0C89}" srcOrd="2" destOrd="0" presId="urn:microsoft.com/office/officeart/2018/5/layout/IconCircleLabelList"/>
    <dgm:cxn modelId="{35AE8FC9-AA21-4FEB-9B8B-E7661939484F}" type="presParOf" srcId="{66D17DF7-54AC-4B61-B158-D173A0EDC8C9}" destId="{F487F68C-461C-4618-B476-322CBF758244}" srcOrd="3" destOrd="0" presId="urn:microsoft.com/office/officeart/2018/5/layout/IconCircleLabelList"/>
    <dgm:cxn modelId="{66E9804C-EAB2-4F67-9A48-0DD44B621CCD}" type="presParOf" srcId="{50B3CE7C-E10B-4E23-BD93-03664997C932}" destId="{445F48FB-1CA1-44E3-AAD4-2BEA6CC5D16E}" srcOrd="3" destOrd="0" presId="urn:microsoft.com/office/officeart/2018/5/layout/IconCircleLabelList"/>
    <dgm:cxn modelId="{1CACC2DB-5347-4E40-9C90-6904ACAE55EB}" type="presParOf" srcId="{50B3CE7C-E10B-4E23-BD93-03664997C932}" destId="{2D9C5A4D-6BC8-4F3C-A68D-0D40CB717C08}" srcOrd="4" destOrd="0" presId="urn:microsoft.com/office/officeart/2018/5/layout/IconCircleLabelList"/>
    <dgm:cxn modelId="{AFD3CCBD-638F-42BC-9DA6-B512C0EE53BE}" type="presParOf" srcId="{2D9C5A4D-6BC8-4F3C-A68D-0D40CB717C08}" destId="{C10136A4-0F96-42AD-AD0A-D17E8EAEEE5F}" srcOrd="0" destOrd="0" presId="urn:microsoft.com/office/officeart/2018/5/layout/IconCircleLabelList"/>
    <dgm:cxn modelId="{58B5184F-EA18-4878-BC6D-2E841785510A}" type="presParOf" srcId="{2D9C5A4D-6BC8-4F3C-A68D-0D40CB717C08}" destId="{6E72D542-CEB5-4DAC-AB2E-68A0F07C0881}" srcOrd="1" destOrd="0" presId="urn:microsoft.com/office/officeart/2018/5/layout/IconCircleLabelList"/>
    <dgm:cxn modelId="{F3C50F1C-55E7-4D7E-ACE6-A45CCFC2C582}" type="presParOf" srcId="{2D9C5A4D-6BC8-4F3C-A68D-0D40CB717C08}" destId="{D9A3EB1E-5FA1-42C3-85F3-CA9C94056171}" srcOrd="2" destOrd="0" presId="urn:microsoft.com/office/officeart/2018/5/layout/IconCircleLabelList"/>
    <dgm:cxn modelId="{DBE58283-6190-464C-886D-F59626078F51}" type="presParOf" srcId="{2D9C5A4D-6BC8-4F3C-A68D-0D40CB717C08}" destId="{5AB752E0-19F8-4313-AA90-689365659A1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 rtlCol="0"/>
        <a:lstStyle/>
        <a:p>
          <a:pPr rtl="0"/>
          <a:endParaRPr lang="en-US"/>
        </a:p>
      </dgm:t>
    </dgm:pt>
    <dgm:pt modelId="{1EE07CB1-6C04-4C4E-A34D-3218FD07C7C3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hu-HU" noProof="0" dirty="0"/>
            <a:t>Idea</a:t>
          </a:r>
        </a:p>
      </dgm:t>
    </dgm:pt>
    <dgm:pt modelId="{3E27CC8D-D899-40EE-A6D8-0D5A909958B3}" type="parTrans" cxnId="{710927C7-5C80-4EBC-BCE7-C6AB6C85F460}">
      <dgm:prSet/>
      <dgm:spPr/>
      <dgm:t>
        <a:bodyPr/>
        <a:lstStyle/>
        <a:p>
          <a:endParaRPr lang="hu-HU"/>
        </a:p>
      </dgm:t>
    </dgm:pt>
    <dgm:pt modelId="{A9D9C44F-9653-4BF7-A2EB-3719F513F2C2}" type="sibTrans" cxnId="{710927C7-5C80-4EBC-BCE7-C6AB6C85F460}">
      <dgm:prSet/>
      <dgm:spPr/>
      <dgm:t>
        <a:bodyPr/>
        <a:lstStyle/>
        <a:p>
          <a:endParaRPr lang="hu-HU"/>
        </a:p>
      </dgm:t>
    </dgm:pt>
    <dgm:pt modelId="{FCBA400A-9CAC-433A-9E9B-2086138ED7B3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hu-HU" noProof="0" dirty="0" err="1"/>
            <a:t>Interface</a:t>
          </a:r>
          <a:endParaRPr lang="hu-HU" noProof="0" dirty="0"/>
        </a:p>
      </dgm:t>
    </dgm:pt>
    <dgm:pt modelId="{5F27C032-93B6-4738-A46F-7BA685DB541A}" type="parTrans" cxnId="{B09F2D70-A448-409A-BEE4-F1B36A71D6EF}">
      <dgm:prSet/>
      <dgm:spPr/>
      <dgm:t>
        <a:bodyPr/>
        <a:lstStyle/>
        <a:p>
          <a:endParaRPr lang="hu-HU"/>
        </a:p>
      </dgm:t>
    </dgm:pt>
    <dgm:pt modelId="{554C3A0A-C5E0-4D36-9EA9-916C2A41AD7E}" type="sibTrans" cxnId="{B09F2D70-A448-409A-BEE4-F1B36A71D6EF}">
      <dgm:prSet/>
      <dgm:spPr/>
      <dgm:t>
        <a:bodyPr/>
        <a:lstStyle/>
        <a:p>
          <a:endParaRPr lang="hu-HU"/>
        </a:p>
      </dgm:t>
    </dgm:pt>
    <dgm:pt modelId="{0D850FE4-1952-4EFB-ACA2-47B6972D6203}">
      <dgm:prSet/>
      <dgm:spPr/>
      <dgm:t>
        <a:bodyPr rtlCol="0"/>
        <a:lstStyle/>
        <a:p>
          <a:pPr>
            <a:lnSpc>
              <a:spcPct val="100000"/>
            </a:lnSpc>
            <a:defRPr cap="all"/>
          </a:pPr>
          <a:r>
            <a:rPr lang="hu-HU" noProof="0" dirty="0" err="1"/>
            <a:t>Challenges</a:t>
          </a:r>
          <a:endParaRPr lang="hu-HU" noProof="0" dirty="0"/>
        </a:p>
      </dgm:t>
    </dgm:pt>
    <dgm:pt modelId="{E232CC31-4B05-4149-B794-C022895FCCF9}" type="parTrans" cxnId="{E6B58A09-03EB-426D-B37F-F72FC97E8EFA}">
      <dgm:prSet/>
      <dgm:spPr/>
      <dgm:t>
        <a:bodyPr/>
        <a:lstStyle/>
        <a:p>
          <a:endParaRPr lang="hu-HU"/>
        </a:p>
      </dgm:t>
    </dgm:pt>
    <dgm:pt modelId="{36135888-BE83-4471-9EC7-250AA0A60237}" type="sibTrans" cxnId="{E6B58A09-03EB-426D-B37F-F72FC97E8EFA}">
      <dgm:prSet/>
      <dgm:spPr/>
      <dgm:t>
        <a:bodyPr/>
        <a:lstStyle/>
        <a:p>
          <a:endParaRPr lang="hu-HU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EE814472-649D-421E-A8E2-564BE2C64A9D}" type="pres">
      <dgm:prSet presAssocID="{1EE07CB1-6C04-4C4E-A34D-3218FD07C7C3}" presName="compNode" presStyleCnt="0"/>
      <dgm:spPr/>
    </dgm:pt>
    <dgm:pt modelId="{95B8F420-3FA1-4CF9-A497-F2E2DFDF1268}" type="pres">
      <dgm:prSet presAssocID="{1EE07CB1-6C04-4C4E-A34D-3218FD07C7C3}" presName="iconBgRect" presStyleLbl="bgShp" presStyleIdx="0" presStyleCnt="3"/>
      <dgm:spPr/>
    </dgm:pt>
    <dgm:pt modelId="{51A7F7AB-32D7-42D0-B198-A9E1FFF760C9}" type="pres">
      <dgm:prSet presAssocID="{1EE07CB1-6C04-4C4E-A34D-3218FD07C7C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llanykörte és fogaskerék"/>
        </a:ext>
      </dgm:extLst>
    </dgm:pt>
    <dgm:pt modelId="{92E6EDD1-1AE1-45D8-B131-B36D16339714}" type="pres">
      <dgm:prSet presAssocID="{1EE07CB1-6C04-4C4E-A34D-3218FD07C7C3}" presName="spaceRect" presStyleCnt="0"/>
      <dgm:spPr/>
    </dgm:pt>
    <dgm:pt modelId="{EB92028E-B8F2-4324-9397-ED532FD78186}" type="pres">
      <dgm:prSet presAssocID="{1EE07CB1-6C04-4C4E-A34D-3218FD07C7C3}" presName="textRect" presStyleLbl="revTx" presStyleIdx="0" presStyleCnt="3">
        <dgm:presLayoutVars>
          <dgm:chMax val="1"/>
          <dgm:chPref val="1"/>
        </dgm:presLayoutVars>
      </dgm:prSet>
      <dgm:spPr/>
    </dgm:pt>
    <dgm:pt modelId="{E7D493E5-B9D5-45CB-A49F-C73EC4EA73B3}" type="pres">
      <dgm:prSet presAssocID="{A9D9C44F-9653-4BF7-A2EB-3719F513F2C2}" presName="sibTrans" presStyleCnt="0"/>
      <dgm:spPr/>
    </dgm:pt>
    <dgm:pt modelId="{66D17DF7-54AC-4B61-B158-D173A0EDC8C9}" type="pres">
      <dgm:prSet presAssocID="{FCBA400A-9CAC-433A-9E9B-2086138ED7B3}" presName="compNode" presStyleCnt="0"/>
      <dgm:spPr/>
    </dgm:pt>
    <dgm:pt modelId="{AB2D6361-7557-4577-A98E-0DD227A9EE6E}" type="pres">
      <dgm:prSet presAssocID="{FCBA400A-9CAC-433A-9E9B-2086138ED7B3}" presName="iconBgRect" presStyleLbl="bgShp" presStyleIdx="1" presStyleCnt="3"/>
      <dgm:spPr/>
    </dgm:pt>
    <dgm:pt modelId="{34372B73-F2F8-4853-BE16-1F7B9F3F1C6A}" type="pres">
      <dgm:prSet presAssocID="{FCBA400A-9CAC-433A-9E9B-2086138ED7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élközönség"/>
        </a:ext>
      </dgm:extLst>
    </dgm:pt>
    <dgm:pt modelId="{A787EFB0-FCCA-4BEA-A777-63A2CBED0C89}" type="pres">
      <dgm:prSet presAssocID="{FCBA400A-9CAC-433A-9E9B-2086138ED7B3}" presName="spaceRect" presStyleCnt="0"/>
      <dgm:spPr/>
    </dgm:pt>
    <dgm:pt modelId="{F487F68C-461C-4618-B476-322CBF758244}" type="pres">
      <dgm:prSet presAssocID="{FCBA400A-9CAC-433A-9E9B-2086138ED7B3}" presName="textRect" presStyleLbl="revTx" presStyleIdx="1" presStyleCnt="3">
        <dgm:presLayoutVars>
          <dgm:chMax val="1"/>
          <dgm:chPref val="1"/>
        </dgm:presLayoutVars>
      </dgm:prSet>
      <dgm:spPr/>
    </dgm:pt>
    <dgm:pt modelId="{445F48FB-1CA1-44E3-AAD4-2BEA6CC5D16E}" type="pres">
      <dgm:prSet presAssocID="{554C3A0A-C5E0-4D36-9EA9-916C2A41AD7E}" presName="sibTrans" presStyleCnt="0"/>
      <dgm:spPr/>
    </dgm:pt>
    <dgm:pt modelId="{2D9C5A4D-6BC8-4F3C-A68D-0D40CB717C08}" type="pres">
      <dgm:prSet presAssocID="{0D850FE4-1952-4EFB-ACA2-47B6972D6203}" presName="compNode" presStyleCnt="0"/>
      <dgm:spPr/>
    </dgm:pt>
    <dgm:pt modelId="{C10136A4-0F96-42AD-AD0A-D17E8EAEEE5F}" type="pres">
      <dgm:prSet presAssocID="{0D850FE4-1952-4EFB-ACA2-47B6972D6203}" presName="iconBgRect" presStyleLbl="bgShp" presStyleIdx="2" presStyleCnt="3"/>
      <dgm:spPr/>
    </dgm:pt>
    <dgm:pt modelId="{6E72D542-CEB5-4DAC-AB2E-68A0F07C0881}" type="pres">
      <dgm:prSet presAssocID="{0D850FE4-1952-4EFB-ACA2-47B6972D62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lenőrzőlista"/>
        </a:ext>
      </dgm:extLst>
    </dgm:pt>
    <dgm:pt modelId="{D9A3EB1E-5FA1-42C3-85F3-CA9C94056171}" type="pres">
      <dgm:prSet presAssocID="{0D850FE4-1952-4EFB-ACA2-47B6972D6203}" presName="spaceRect" presStyleCnt="0"/>
      <dgm:spPr/>
    </dgm:pt>
    <dgm:pt modelId="{5AB752E0-19F8-4313-AA90-689365659A15}" type="pres">
      <dgm:prSet presAssocID="{0D850FE4-1952-4EFB-ACA2-47B6972D620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6B58A09-03EB-426D-B37F-F72FC97E8EFA}" srcId="{01A66772-F185-4D58-B8BB-E9370D7A7A2B}" destId="{0D850FE4-1952-4EFB-ACA2-47B6972D6203}" srcOrd="2" destOrd="0" parTransId="{E232CC31-4B05-4149-B794-C022895FCCF9}" sibTransId="{36135888-BE83-4471-9EC7-250AA0A60237}"/>
    <dgm:cxn modelId="{BADAE90D-904C-4C84-85E0-2219F1C0AACE}" type="presOf" srcId="{1EE07CB1-6C04-4C4E-A34D-3218FD07C7C3}" destId="{EB92028E-B8F2-4324-9397-ED532FD78186}" srcOrd="0" destOrd="0" presId="urn:microsoft.com/office/officeart/2018/5/layout/IconCircleLabelList"/>
    <dgm:cxn modelId="{E1E6682F-5CBC-45A2-8AC8-D8C15907985E}" type="presOf" srcId="{0D850FE4-1952-4EFB-ACA2-47B6972D6203}" destId="{5AB752E0-19F8-4313-AA90-689365659A15}" srcOrd="0" destOrd="0" presId="urn:microsoft.com/office/officeart/2018/5/layout/IconCircleLabelList"/>
    <dgm:cxn modelId="{3277E131-D442-40A4-878F-92EE61ADCC34}" type="presOf" srcId="{FCBA400A-9CAC-433A-9E9B-2086138ED7B3}" destId="{F487F68C-461C-4618-B476-322CBF758244}" srcOrd="0" destOrd="0" presId="urn:microsoft.com/office/officeart/2018/5/layout/IconCircleLabelList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B09F2D70-A448-409A-BEE4-F1B36A71D6EF}" srcId="{01A66772-F185-4D58-B8BB-E9370D7A7A2B}" destId="{FCBA400A-9CAC-433A-9E9B-2086138ED7B3}" srcOrd="1" destOrd="0" parTransId="{5F27C032-93B6-4738-A46F-7BA685DB541A}" sibTransId="{554C3A0A-C5E0-4D36-9EA9-916C2A41AD7E}"/>
    <dgm:cxn modelId="{710927C7-5C80-4EBC-BCE7-C6AB6C85F460}" srcId="{01A66772-F185-4D58-B8BB-E9370D7A7A2B}" destId="{1EE07CB1-6C04-4C4E-A34D-3218FD07C7C3}" srcOrd="0" destOrd="0" parTransId="{3E27CC8D-D899-40EE-A6D8-0D5A909958B3}" sibTransId="{A9D9C44F-9653-4BF7-A2EB-3719F513F2C2}"/>
    <dgm:cxn modelId="{93994830-4E4C-4A91-A219-561C503F0D8B}" type="presParOf" srcId="{50B3CE7C-E10B-4E23-BD93-03664997C932}" destId="{EE814472-649D-421E-A8E2-564BE2C64A9D}" srcOrd="0" destOrd="0" presId="urn:microsoft.com/office/officeart/2018/5/layout/IconCircleLabelList"/>
    <dgm:cxn modelId="{0697991F-F3CB-43DF-86F6-583245F7BB76}" type="presParOf" srcId="{EE814472-649D-421E-A8E2-564BE2C64A9D}" destId="{95B8F420-3FA1-4CF9-A497-F2E2DFDF1268}" srcOrd="0" destOrd="0" presId="urn:microsoft.com/office/officeart/2018/5/layout/IconCircleLabelList"/>
    <dgm:cxn modelId="{0E2C172F-A5EC-4E24-9BD2-D2DAC43376CC}" type="presParOf" srcId="{EE814472-649D-421E-A8E2-564BE2C64A9D}" destId="{51A7F7AB-32D7-42D0-B198-A9E1FFF760C9}" srcOrd="1" destOrd="0" presId="urn:microsoft.com/office/officeart/2018/5/layout/IconCircleLabelList"/>
    <dgm:cxn modelId="{96C66CF3-5EDC-40CA-89C6-3B532C20F785}" type="presParOf" srcId="{EE814472-649D-421E-A8E2-564BE2C64A9D}" destId="{92E6EDD1-1AE1-45D8-B131-B36D16339714}" srcOrd="2" destOrd="0" presId="urn:microsoft.com/office/officeart/2018/5/layout/IconCircleLabelList"/>
    <dgm:cxn modelId="{AB06EA44-E5CA-458F-99F0-AF23F4C8D620}" type="presParOf" srcId="{EE814472-649D-421E-A8E2-564BE2C64A9D}" destId="{EB92028E-B8F2-4324-9397-ED532FD78186}" srcOrd="3" destOrd="0" presId="urn:microsoft.com/office/officeart/2018/5/layout/IconCircleLabelList"/>
    <dgm:cxn modelId="{7FA96ADA-420E-4687-BF52-A95AAA46D3D4}" type="presParOf" srcId="{50B3CE7C-E10B-4E23-BD93-03664997C932}" destId="{E7D493E5-B9D5-45CB-A49F-C73EC4EA73B3}" srcOrd="1" destOrd="0" presId="urn:microsoft.com/office/officeart/2018/5/layout/IconCircleLabelList"/>
    <dgm:cxn modelId="{460DF945-CB1E-4AF8-A98A-08A500AF16BA}" type="presParOf" srcId="{50B3CE7C-E10B-4E23-BD93-03664997C932}" destId="{66D17DF7-54AC-4B61-B158-D173A0EDC8C9}" srcOrd="2" destOrd="0" presId="urn:microsoft.com/office/officeart/2018/5/layout/IconCircleLabelList"/>
    <dgm:cxn modelId="{1182EC76-FCBA-4F7D-8D0C-003658C580CE}" type="presParOf" srcId="{66D17DF7-54AC-4B61-B158-D173A0EDC8C9}" destId="{AB2D6361-7557-4577-A98E-0DD227A9EE6E}" srcOrd="0" destOrd="0" presId="urn:microsoft.com/office/officeart/2018/5/layout/IconCircleLabelList"/>
    <dgm:cxn modelId="{7676EF33-7CE7-448E-B232-33BC36F6118D}" type="presParOf" srcId="{66D17DF7-54AC-4B61-B158-D173A0EDC8C9}" destId="{34372B73-F2F8-4853-BE16-1F7B9F3F1C6A}" srcOrd="1" destOrd="0" presId="urn:microsoft.com/office/officeart/2018/5/layout/IconCircleLabelList"/>
    <dgm:cxn modelId="{53DD21BC-D431-42E6-B434-B2E94FFA6848}" type="presParOf" srcId="{66D17DF7-54AC-4B61-B158-D173A0EDC8C9}" destId="{A787EFB0-FCCA-4BEA-A777-63A2CBED0C89}" srcOrd="2" destOrd="0" presId="urn:microsoft.com/office/officeart/2018/5/layout/IconCircleLabelList"/>
    <dgm:cxn modelId="{35AE8FC9-AA21-4FEB-9B8B-E7661939484F}" type="presParOf" srcId="{66D17DF7-54AC-4B61-B158-D173A0EDC8C9}" destId="{F487F68C-461C-4618-B476-322CBF758244}" srcOrd="3" destOrd="0" presId="urn:microsoft.com/office/officeart/2018/5/layout/IconCircleLabelList"/>
    <dgm:cxn modelId="{66E9804C-EAB2-4F67-9A48-0DD44B621CCD}" type="presParOf" srcId="{50B3CE7C-E10B-4E23-BD93-03664997C932}" destId="{445F48FB-1CA1-44E3-AAD4-2BEA6CC5D16E}" srcOrd="3" destOrd="0" presId="urn:microsoft.com/office/officeart/2018/5/layout/IconCircleLabelList"/>
    <dgm:cxn modelId="{1CACC2DB-5347-4E40-9C90-6904ACAE55EB}" type="presParOf" srcId="{50B3CE7C-E10B-4E23-BD93-03664997C932}" destId="{2D9C5A4D-6BC8-4F3C-A68D-0D40CB717C08}" srcOrd="4" destOrd="0" presId="urn:microsoft.com/office/officeart/2018/5/layout/IconCircleLabelList"/>
    <dgm:cxn modelId="{AFD3CCBD-638F-42BC-9DA6-B512C0EE53BE}" type="presParOf" srcId="{2D9C5A4D-6BC8-4F3C-A68D-0D40CB717C08}" destId="{C10136A4-0F96-42AD-AD0A-D17E8EAEEE5F}" srcOrd="0" destOrd="0" presId="urn:microsoft.com/office/officeart/2018/5/layout/IconCircleLabelList"/>
    <dgm:cxn modelId="{58B5184F-EA18-4878-BC6D-2E841785510A}" type="presParOf" srcId="{2D9C5A4D-6BC8-4F3C-A68D-0D40CB717C08}" destId="{6E72D542-CEB5-4DAC-AB2E-68A0F07C0881}" srcOrd="1" destOrd="0" presId="urn:microsoft.com/office/officeart/2018/5/layout/IconCircleLabelList"/>
    <dgm:cxn modelId="{F3C50F1C-55E7-4D7E-ACE6-A45CCFC2C582}" type="presParOf" srcId="{2D9C5A4D-6BC8-4F3C-A68D-0D40CB717C08}" destId="{D9A3EB1E-5FA1-42C3-85F3-CA9C94056171}" srcOrd="2" destOrd="0" presId="urn:microsoft.com/office/officeart/2018/5/layout/IconCircleLabelList"/>
    <dgm:cxn modelId="{DBE58283-6190-464C-886D-F59626078F51}" type="presParOf" srcId="{2D9C5A4D-6BC8-4F3C-A68D-0D40CB717C08}" destId="{5AB752E0-19F8-4313-AA90-689365659A1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8F420-3FA1-4CF9-A497-F2E2DFDF1268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7F7AB-32D7-42D0-B198-A9E1FFF760C9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2028E-B8F2-4324-9397-ED532FD78186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u-HU" sz="3500" kern="1200" noProof="0" dirty="0"/>
            <a:t>Ötlet</a:t>
          </a:r>
        </a:p>
      </dsp:txBody>
      <dsp:txXfrm>
        <a:off x="54974" y="2798862"/>
        <a:ext cx="2868750" cy="720000"/>
      </dsp:txXfrm>
    </dsp:sp>
    <dsp:sp modelId="{AB2D6361-7557-4577-A98E-0DD227A9EE6E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372B73-F2F8-4853-BE16-1F7B9F3F1C6A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7F68C-461C-4618-B476-322CBF758244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u-HU" sz="3500" kern="1200" noProof="0" dirty="0"/>
            <a:t>Célközönség</a:t>
          </a:r>
        </a:p>
      </dsp:txBody>
      <dsp:txXfrm>
        <a:off x="3425756" y="2798862"/>
        <a:ext cx="2868750" cy="720000"/>
      </dsp:txXfrm>
    </dsp:sp>
    <dsp:sp modelId="{C10136A4-0F96-42AD-AD0A-D17E8EAEEE5F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2D542-CEB5-4DAC-AB2E-68A0F07C0881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752E0-19F8-4313-AA90-689365659A15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u-HU" sz="3500" kern="1200" noProof="0" dirty="0"/>
            <a:t>Felület</a:t>
          </a:r>
        </a:p>
      </dsp:txBody>
      <dsp:txXfrm>
        <a:off x="6796537" y="2798862"/>
        <a:ext cx="28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8F420-3FA1-4CF9-A497-F2E2DFDF1268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7F7AB-32D7-42D0-B198-A9E1FFF760C9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2028E-B8F2-4324-9397-ED532FD78186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u-HU" sz="4000" kern="1200" noProof="0" dirty="0"/>
            <a:t>Idea</a:t>
          </a:r>
        </a:p>
      </dsp:txBody>
      <dsp:txXfrm>
        <a:off x="54974" y="2798862"/>
        <a:ext cx="2868750" cy="720000"/>
      </dsp:txXfrm>
    </dsp:sp>
    <dsp:sp modelId="{AB2D6361-7557-4577-A98E-0DD227A9EE6E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372B73-F2F8-4853-BE16-1F7B9F3F1C6A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7F68C-461C-4618-B476-322CBF758244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u-HU" sz="4000" kern="1200" noProof="0" dirty="0" err="1"/>
            <a:t>Interface</a:t>
          </a:r>
          <a:endParaRPr lang="hu-HU" sz="4000" kern="1200" noProof="0" dirty="0"/>
        </a:p>
      </dsp:txBody>
      <dsp:txXfrm>
        <a:off x="3425756" y="2798862"/>
        <a:ext cx="2868750" cy="720000"/>
      </dsp:txXfrm>
    </dsp:sp>
    <dsp:sp modelId="{C10136A4-0F96-42AD-AD0A-D17E8EAEEE5F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2D542-CEB5-4DAC-AB2E-68A0F07C0881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752E0-19F8-4313-AA90-689365659A15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u-HU" sz="4000" kern="1200" noProof="0" dirty="0" err="1"/>
            <a:t>Challenges</a:t>
          </a:r>
          <a:endParaRPr lang="hu-HU" sz="4000" kern="1200" noProof="0" dirty="0"/>
        </a:p>
      </dsp:txBody>
      <dsp:txXfrm>
        <a:off x="6796537" y="2798862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Lista körben elhelyezett címkézett ikonokból "/>
  <dgm:desc val="Vizuális elemekkel társított nem egymást követő vagy csoportosított adatok megjelenítésére használható. A legjobban a rövid szöveges feliratokat tartalmazó ikonokkal és kis képekkel használható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Lista körben elhelyezett címkézett ikonokból "/>
  <dgm:desc val="Vizuális elemekkel társított nem egymást követő vagy csoportosított adatok megjelenítésére használható. A legjobban a rövid szöveges feliratokat tartalmazó ikonokkal és kis képekkel használható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EFB5F8E-7C48-4432-B289-0E241F94837A}" type="datetime1">
              <a:rPr lang="hu-HU" smtClean="0"/>
              <a:t>2026. 04. 30.</a:t>
            </a:fld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7A7B4-541D-434B-AD07-663B76936FDE}" type="datetime1">
              <a:rPr lang="hu-HU" smtClean="0"/>
              <a:pPr/>
              <a:t>2026. 04. 30.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u-HU" noProof="0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hu-HU" noProof="0" smtClean="0"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hu-HU" smtClean="0"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Ellipszis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hu-HU" noProof="0"/>
              <a:t>Kattintson ide az alcím mintájának szerkesztéséhez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5F890CC4-549A-4EB8-8D35-554BC0A6EDCC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hu-HU" noProof="0" smtClean="0"/>
              <a:t>‹#›</a:t>
            </a:fld>
            <a:endParaRPr lang="hu-HU" noProof="0" dirty="0"/>
          </a:p>
        </p:txBody>
      </p:sp>
      <p:cxnSp>
        <p:nvCxnSpPr>
          <p:cNvPr id="8" name="Egyenes összekötő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marL="91440" indent="-9144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1pPr>
          </a:lstStyle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CAAAC8-7FFC-44E5-882D-F99B8ACB2AB2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Ellipszis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B8FB86-786C-4E12-A844-A683D4407232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hu-HU" noProof="0" smtClean="0"/>
              <a:t>‹#›</a:t>
            </a:fld>
            <a:endParaRPr lang="hu-HU" noProof="0" dirty="0"/>
          </a:p>
        </p:txBody>
      </p:sp>
      <p:cxnSp>
        <p:nvCxnSpPr>
          <p:cNvPr id="8" name="Egyenes összekötő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F1BC0C-58A2-4B07-B047-7893D45914FA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hu-HU" noProof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0C8CD4-C0B2-4DB7-A067-2ECAC382EC89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9D8F793-B834-4629-B61D-FB746A1382CB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62ABD8-BFE8-4671-ABE3-76B74408A7BB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D41F34-F73D-4B1A-8057-8164BB6EB00D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 noProof="0"/>
              <a:t>Kép beszúrásához kattintson az ikonra</a:t>
            </a:r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ED6D3F-261D-46CD-A18E-15DA10EC13B4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hu-HU" noProof="0" smtClean="0"/>
              <a:t>‹#›</a:t>
            </a:fld>
            <a:endParaRPr lang="hu-HU" noProof="0" dirty="0"/>
          </a:p>
        </p:txBody>
      </p:sp>
      <p:cxnSp>
        <p:nvCxnSpPr>
          <p:cNvPr id="8" name="Egyenes összekötő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45E2BA-7143-4E00-878C-144FB5558C52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hu-HU" noProof="0"/>
              <a:t>Mintacím szerkesztése</a:t>
            </a:r>
            <a:endParaRPr lang="hu-HU" noProof="0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9037A5-9DCD-4E3C-BE5B-18C21493C14D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hu-HU" noProof="0" smtClean="0"/>
              <a:t>‹#›</a:t>
            </a:fld>
            <a:endParaRPr lang="hu-HU" noProof="0" dirty="0"/>
          </a:p>
        </p:txBody>
      </p:sp>
      <p:cxnSp>
        <p:nvCxnSpPr>
          <p:cNvPr id="7" name="Egyenes összekötő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8267334F-5221-4BBD-A149-AED3237B8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9" name="Téglalap 8">
            <a:extLst>
              <a:ext uri="{FF2B5EF4-FFF2-40B4-BE49-F238E27FC236}">
                <a16:creationId xmlns:a16="http://schemas.microsoft.com/office/drawing/2014/main" id="{667EB118-821F-43BE-A124-8FBEA78C1ABC}"/>
              </a:ext>
            </a:extLst>
          </p:cNvPr>
          <p:cNvSpPr/>
          <p:nvPr userDrawn="1"/>
        </p:nvSpPr>
        <p:spPr>
          <a:xfrm>
            <a:off x="447675" y="409575"/>
            <a:ext cx="11363325" cy="6448425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u-HU" noProof="0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9F664116-3985-4E48-986B-9E02948DDDDE}" type="datetime1">
              <a:rPr lang="hu-HU" noProof="0" smtClean="0"/>
              <a:t>2026. 04. 30.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hu-HU" noProof="0" smtClean="0"/>
              <a:pPr/>
              <a:t>‹#›</a:t>
            </a:fld>
            <a:endParaRPr lang="hu-HU" noProof="0" dirty="0"/>
          </a:p>
        </p:txBody>
      </p:sp>
      <p:cxnSp>
        <p:nvCxnSpPr>
          <p:cNvPr id="7" name="Egyenes összekötő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2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églalap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Téglalap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3567" y="3595255"/>
            <a:ext cx="7501651" cy="893615"/>
          </a:xfrm>
        </p:spPr>
        <p:txBody>
          <a:bodyPr rtlCol="0" anchor="b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Teszt-B@nk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774186"/>
          </a:xfrm>
        </p:spPr>
        <p:txBody>
          <a:bodyPr rtlCol="0" anchor="t">
            <a:normAutofit/>
          </a:bodyPr>
          <a:lstStyle/>
          <a:p>
            <a:pPr rtl="0"/>
            <a:r>
              <a:rPr lang="hu-HU" dirty="0">
                <a:solidFill>
                  <a:srgbClr val="FFFFFF"/>
                </a:solidFill>
              </a:rPr>
              <a:t>Vizsgaremek – </a:t>
            </a:r>
            <a:r>
              <a:rPr lang="hu-HU" i="1" dirty="0">
                <a:solidFill>
                  <a:srgbClr val="FFFFFF"/>
                </a:solidFill>
              </a:rPr>
              <a:t>Szoftverfejlesztő és -tesztelő vizsga</a:t>
            </a:r>
          </a:p>
        </p:txBody>
      </p:sp>
      <p:cxnSp>
        <p:nvCxnSpPr>
          <p:cNvPr id="23" name="Egyenes összekötő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hu-HU" dirty="0"/>
              <a:t>Bevezetés</a:t>
            </a:r>
          </a:p>
        </p:txBody>
      </p:sp>
      <p:graphicFrame>
        <p:nvGraphicFramePr>
          <p:cNvPr id="5" name="Tartalom helye 2" descr="SmartArt ábra helykitöltő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5234602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5B8F420-3FA1-4CF9-A497-F2E2DFDF12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95B8F420-3FA1-4CF9-A497-F2E2DFDF12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1A7F7AB-32D7-42D0-B198-A9E1FFF760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51A7F7AB-32D7-42D0-B198-A9E1FFF760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92028E-B8F2-4324-9397-ED532FD781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EB92028E-B8F2-4324-9397-ED532FD781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372B73-F2F8-4853-BE16-1F7B9F3F1C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34372B73-F2F8-4853-BE16-1F7B9F3F1C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2D6361-7557-4577-A98E-0DD227A9EE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AB2D6361-7557-4577-A98E-0DD227A9EE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487F68C-461C-4618-B476-322CBF758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F487F68C-461C-4618-B476-322CBF7582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10136A4-0F96-42AD-AD0A-D17E8EAEEE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dgm id="{C10136A4-0F96-42AD-AD0A-D17E8EAEEE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E72D542-CEB5-4DAC-AB2E-68A0F07C08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6E72D542-CEB5-4DAC-AB2E-68A0F07C08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B752E0-19F8-4313-AA90-689365659A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5AB752E0-19F8-4313-AA90-689365659A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B946BE-6D71-4CFC-879E-4E660743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ismertetése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4EAF85-62E8-4008-9208-71EDD89BB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572000"/>
          </a:xfrm>
        </p:spPr>
        <p:txBody>
          <a:bodyPr>
            <a:normAutofit/>
          </a:bodyPr>
          <a:lstStyle/>
          <a:p>
            <a:r>
              <a:rPr lang="hu-HU" dirty="0"/>
              <a:t> Meglévő iskolai igényre válasz</a:t>
            </a:r>
          </a:p>
          <a:p>
            <a:r>
              <a:rPr lang="hu-HU" dirty="0"/>
              <a:t> Univerzális használatra tervezve</a:t>
            </a:r>
          </a:p>
          <a:p>
            <a:r>
              <a:rPr lang="hu-HU" dirty="0"/>
              <a:t> „Dinamikus választékosság”</a:t>
            </a:r>
          </a:p>
          <a:p>
            <a:r>
              <a:rPr lang="hu-HU" dirty="0"/>
              <a:t> Multimédiás mellékletek</a:t>
            </a:r>
          </a:p>
          <a:p>
            <a:r>
              <a:rPr lang="hu-HU" dirty="0"/>
              <a:t> Egyszerű kezelőfelület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12CD41E-4798-4954-9193-42B8A5928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964" y="179406"/>
            <a:ext cx="5598249" cy="64991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767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5C42D-D2DC-4776-A7C3-98B168A2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Felhasználói felület</a:t>
            </a:r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CE59EDE7-F125-4C79-A39B-45AEFEB93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45273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DEMO/regisztrált felhasználók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Reszponzív viselkedés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Hamburger-menü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Letisztult, semmi felesleges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D018A47C-A7C3-4D1C-9CF9-AC1918D5F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57918"/>
            <a:ext cx="5020376" cy="4096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5DC40454-4094-4D5A-9E17-D43BC06A8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910" y="94784"/>
            <a:ext cx="4820323" cy="66684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E00CF712-D443-4B82-B608-4407BE846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618" y="1335024"/>
            <a:ext cx="5363323" cy="48107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98E4966-970B-43E9-96BC-5E90CF3FA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1692805"/>
            <a:ext cx="5932233" cy="4927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450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A8A50A70-6ECE-403F-8DF0-35E74A1EE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843" y="1131747"/>
            <a:ext cx="5236426" cy="3641422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875C42D-D2DC-4776-A7C3-98B168A2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Adminisztrációs felület</a:t>
            </a:r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CE59EDE7-F125-4C79-A39B-45AEFEB93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45273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A felületbe integrálva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Diákok kezelése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</a:t>
            </a:r>
            <a:r>
              <a:rPr lang="hu-HU" dirty="0" err="1"/>
              <a:t>Kérdések&amp;válaszok</a:t>
            </a:r>
            <a:r>
              <a:rPr lang="hu-HU" dirty="0"/>
              <a:t> kezelése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E026C68E-9277-4F4D-8BB9-BA26C4CAC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127" y="1676400"/>
            <a:ext cx="7309142" cy="48868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D7116053-FF1C-43FE-BC1B-678A22733E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3101"/>
          <a:stretch/>
        </p:blipFill>
        <p:spPr>
          <a:xfrm>
            <a:off x="6729017" y="221640"/>
            <a:ext cx="5291252" cy="6636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096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28189F-69C3-489B-8ED9-918DE733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428" y="548640"/>
            <a:ext cx="9720072" cy="1499616"/>
          </a:xfrm>
        </p:spPr>
        <p:txBody>
          <a:bodyPr/>
          <a:lstStyle/>
          <a:p>
            <a:r>
              <a:rPr lang="hu-HU" dirty="0"/>
              <a:t>Szakmai kihívások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F98AFA-263E-4C76-8556-A5499FB932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Dinamikus választékosság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Válaszok újra hasznosítása</a:t>
            </a:r>
          </a:p>
          <a:p>
            <a:pPr>
              <a:buFont typeface="Wingdings" panose="05000000000000000000" pitchFamily="2" charset="2"/>
              <a:buChar char="§"/>
            </a:pP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0260152-E88A-4C87-B892-7A28E174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8860" y="548640"/>
            <a:ext cx="5595890" cy="5948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$e=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mysqli_query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($k,"(SELECT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valaszok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.*,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kerdesvalasz.pont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valaszok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INNER JOIN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kerdesvalasz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ON kerdesvalasz.valaszId=valaszok.id WHERE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kerdesvalasz.kerdesID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=$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kerdID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kerdesvalasz.torolt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kerdesvalasz.pont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=1 ORDER BY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LIMIT 1) UNION (SELECT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valaszok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.*,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kerdesvalasz.pont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FROM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valaszok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INNER JOIN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kerdesvalasz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ON kerdesvalasz.valaszId=valaszok.id WHERE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kerdesvalasz.kerdesID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=$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kerdID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kerdesvalasz.torolt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kerdesvalasz.pont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 ORDER BY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LIMIT 3) ORDER BY </a:t>
            </a:r>
            <a:r>
              <a:rPr lang="hu-H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</a:t>
            </a:r>
            <a:r>
              <a:rPr lang="hu-H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()");</a:t>
            </a:r>
          </a:p>
          <a:p>
            <a:pPr marL="0" indent="0">
              <a:buNone/>
            </a:pPr>
            <a:endParaRPr lang="hu-H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artalom helye 3">
            <a:extLst>
              <a:ext uri="{FF2B5EF4-FFF2-40B4-BE49-F238E27FC236}">
                <a16:creationId xmlns:a16="http://schemas.microsoft.com/office/drawing/2014/main" id="{8FFA0773-E11C-4DD7-848B-E5CCA52ADCE4}"/>
              </a:ext>
            </a:extLst>
          </p:cNvPr>
          <p:cNvSpPr txBox="1">
            <a:spLocks/>
          </p:cNvSpPr>
          <p:nvPr/>
        </p:nvSpPr>
        <p:spPr>
          <a:xfrm>
            <a:off x="5779006" y="548640"/>
            <a:ext cx="6412993" cy="609981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indent="0" defTabSz="914400">
              <a:lnSpc>
                <a:spcPct val="2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4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265176" indent="-13716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</a:lvl2pPr>
            <a:lvl3pPr marL="448056" indent="-13716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/>
            </a:lvl3pPr>
            <a:lvl4pPr marL="594360" indent="-13716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/>
            </a:lvl4pPr>
            <a:lvl5pPr marL="777240" indent="-13716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/>
            </a:lvl5pPr>
            <a:lvl6pPr marL="914400" indent="-13716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/>
            </a:lvl6pPr>
            <a:lvl7pPr marL="1060704" indent="-13716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/>
            </a:lvl7pPr>
            <a:lvl8pPr marL="1216152" indent="-13716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/>
            </a:lvl8pPr>
            <a:lvl9pPr marL="1362456" indent="-13716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/>
            </a:lvl9pPr>
          </a:lstStyle>
          <a:p>
            <a:pPr>
              <a:lnSpc>
                <a:spcPct val="150000"/>
              </a:lnSpc>
            </a:pPr>
            <a:r>
              <a:rPr lang="hu-HU" sz="1200" dirty="0"/>
              <a:t>$</a:t>
            </a:r>
            <a:r>
              <a:rPr lang="hu-HU" sz="1200" dirty="0" err="1"/>
              <a:t>sql</a:t>
            </a:r>
            <a:r>
              <a:rPr lang="hu-HU" sz="1200" dirty="0"/>
              <a:t>=</a:t>
            </a:r>
            <a:r>
              <a:rPr lang="hu-HU" sz="1200" dirty="0" err="1"/>
              <a:t>mysqli_prepare</a:t>
            </a:r>
            <a:r>
              <a:rPr lang="hu-HU" sz="1200" dirty="0"/>
              <a:t>($</a:t>
            </a:r>
            <a:r>
              <a:rPr lang="hu-HU" sz="1200" dirty="0" err="1"/>
              <a:t>k,"SELECT</a:t>
            </a:r>
            <a:r>
              <a:rPr lang="hu-HU" sz="1200" dirty="0"/>
              <a:t> COUNT(</a:t>
            </a:r>
            <a:r>
              <a:rPr lang="hu-HU" sz="1200" dirty="0" err="1"/>
              <a:t>id</a:t>
            </a:r>
            <a:r>
              <a:rPr lang="hu-HU" sz="1200" dirty="0"/>
              <a:t>) AS db FROM </a:t>
            </a:r>
            <a:r>
              <a:rPr lang="hu-HU" sz="1200" dirty="0" err="1"/>
              <a:t>valaszok</a:t>
            </a:r>
            <a:r>
              <a:rPr lang="hu-HU" sz="1200" dirty="0"/>
              <a:t> WHERE </a:t>
            </a:r>
            <a:r>
              <a:rPr lang="hu-HU" sz="1200" dirty="0" err="1"/>
              <a:t>valaszSzoveg</a:t>
            </a:r>
            <a:r>
              <a:rPr lang="hu-HU" sz="1200" dirty="0"/>
              <a:t>=?");   </a:t>
            </a:r>
            <a:br>
              <a:rPr lang="hu-HU" sz="1200" dirty="0"/>
            </a:br>
            <a:r>
              <a:rPr lang="hu-HU" sz="1200" dirty="0"/>
              <a:t>  </a:t>
            </a:r>
            <a:r>
              <a:rPr lang="hu-HU" sz="1200" dirty="0" err="1"/>
              <a:t>mysqli_stmt_bind_param</a:t>
            </a:r>
            <a:r>
              <a:rPr lang="hu-HU" sz="1200" dirty="0"/>
              <a:t>($</a:t>
            </a:r>
            <a:r>
              <a:rPr lang="hu-HU" sz="1200" dirty="0" err="1"/>
              <a:t>sql</a:t>
            </a:r>
            <a:r>
              <a:rPr lang="hu-HU" sz="1200" dirty="0"/>
              <a:t>,'s',$</a:t>
            </a:r>
            <a:r>
              <a:rPr lang="hu-HU" sz="1200" dirty="0" err="1"/>
              <a:t>valSzov</a:t>
            </a:r>
            <a:r>
              <a:rPr lang="hu-HU" sz="1200" dirty="0"/>
              <a:t>);</a:t>
            </a:r>
            <a:br>
              <a:rPr lang="hu-HU" sz="1200" dirty="0"/>
            </a:br>
            <a:r>
              <a:rPr lang="hu-HU" sz="1200" dirty="0"/>
              <a:t>  </a:t>
            </a:r>
            <a:r>
              <a:rPr lang="hu-HU" sz="1200" dirty="0" err="1"/>
              <a:t>mysqli_stmt_execute</a:t>
            </a:r>
            <a:r>
              <a:rPr lang="hu-HU" sz="1200" dirty="0"/>
              <a:t>($</a:t>
            </a:r>
            <a:r>
              <a:rPr lang="hu-HU" sz="1200" dirty="0" err="1"/>
              <a:t>sql</a:t>
            </a:r>
            <a:r>
              <a:rPr lang="hu-HU" sz="1200" dirty="0"/>
              <a:t>);</a:t>
            </a:r>
            <a:br>
              <a:rPr lang="hu-HU" sz="1200" dirty="0"/>
            </a:br>
            <a:r>
              <a:rPr lang="hu-HU" sz="1200" dirty="0"/>
              <a:t>  $e=</a:t>
            </a:r>
            <a:r>
              <a:rPr lang="hu-HU" sz="1200" dirty="0" err="1"/>
              <a:t>mysqli_stmt_get_result</a:t>
            </a:r>
            <a:r>
              <a:rPr lang="hu-HU" sz="1200" dirty="0"/>
              <a:t>($</a:t>
            </a:r>
            <a:r>
              <a:rPr lang="hu-HU" sz="1200" dirty="0" err="1"/>
              <a:t>sql</a:t>
            </a:r>
            <a:r>
              <a:rPr lang="hu-HU" sz="1200" dirty="0"/>
              <a:t>);</a:t>
            </a:r>
            <a:br>
              <a:rPr lang="hu-HU" sz="1200" dirty="0"/>
            </a:br>
            <a:r>
              <a:rPr lang="hu-HU" sz="1200" dirty="0"/>
              <a:t>  $sor=</a:t>
            </a:r>
            <a:r>
              <a:rPr lang="hu-HU" sz="1200" dirty="0" err="1"/>
              <a:t>mysqli_fetch_assoc</a:t>
            </a:r>
            <a:r>
              <a:rPr lang="hu-HU" sz="1200" dirty="0"/>
              <a:t>($e);</a:t>
            </a:r>
            <a:br>
              <a:rPr lang="hu-HU" sz="1200" dirty="0"/>
            </a:br>
            <a:r>
              <a:rPr lang="hu-HU" sz="1200" dirty="0"/>
              <a:t>  </a:t>
            </a:r>
            <a:r>
              <a:rPr lang="hu-HU" sz="1200" dirty="0" err="1"/>
              <a:t>if</a:t>
            </a:r>
            <a:r>
              <a:rPr lang="hu-HU" sz="1200" dirty="0"/>
              <a:t> ($sor['db']==0) {</a:t>
            </a:r>
            <a:br>
              <a:rPr lang="hu-HU" sz="1200" dirty="0"/>
            </a:br>
            <a:r>
              <a:rPr lang="hu-HU" sz="1200" dirty="0"/>
              <a:t>    $</a:t>
            </a:r>
            <a:r>
              <a:rPr lang="hu-HU" sz="1200" dirty="0" err="1"/>
              <a:t>sql</a:t>
            </a:r>
            <a:r>
              <a:rPr lang="hu-HU" sz="1200" dirty="0"/>
              <a:t>=</a:t>
            </a:r>
            <a:r>
              <a:rPr lang="hu-HU" sz="1200" dirty="0" err="1"/>
              <a:t>mysqli_prepare</a:t>
            </a:r>
            <a:r>
              <a:rPr lang="hu-HU" sz="1200" dirty="0"/>
              <a:t>($</a:t>
            </a:r>
            <a:r>
              <a:rPr lang="hu-HU" sz="1200" dirty="0" err="1"/>
              <a:t>k,"INSERT</a:t>
            </a:r>
            <a:r>
              <a:rPr lang="hu-HU" sz="1200" dirty="0"/>
              <a:t> INTO </a:t>
            </a:r>
            <a:r>
              <a:rPr lang="hu-HU" sz="1200" dirty="0" err="1"/>
              <a:t>valaszok</a:t>
            </a:r>
            <a:r>
              <a:rPr lang="hu-HU" sz="1200" dirty="0"/>
              <a:t> VALUES (NULL, ?)");</a:t>
            </a:r>
            <a:br>
              <a:rPr lang="hu-HU" sz="1200" dirty="0"/>
            </a:br>
            <a:r>
              <a:rPr lang="hu-HU" sz="1200" dirty="0"/>
              <a:t>    </a:t>
            </a:r>
            <a:r>
              <a:rPr lang="hu-HU" sz="1200" dirty="0" err="1"/>
              <a:t>mysqli_stmt_bind_param</a:t>
            </a:r>
            <a:r>
              <a:rPr lang="hu-HU" sz="1200" dirty="0"/>
              <a:t>($</a:t>
            </a:r>
            <a:r>
              <a:rPr lang="hu-HU" sz="1200" dirty="0" err="1"/>
              <a:t>sql</a:t>
            </a:r>
            <a:r>
              <a:rPr lang="hu-HU" sz="1200" dirty="0"/>
              <a:t>,'s',$</a:t>
            </a:r>
            <a:r>
              <a:rPr lang="hu-HU" sz="1200" dirty="0" err="1"/>
              <a:t>valSzov</a:t>
            </a:r>
            <a:r>
              <a:rPr lang="hu-HU" sz="1200" dirty="0"/>
              <a:t>);</a:t>
            </a:r>
            <a:br>
              <a:rPr lang="hu-HU" sz="1200" dirty="0"/>
            </a:br>
            <a:r>
              <a:rPr lang="hu-HU" sz="1200" dirty="0"/>
              <a:t>    </a:t>
            </a:r>
            <a:r>
              <a:rPr lang="hu-HU" sz="1200" dirty="0" err="1"/>
              <a:t>mysqli_stmt_execute</a:t>
            </a:r>
            <a:r>
              <a:rPr lang="hu-HU" sz="1200" dirty="0"/>
              <a:t>($</a:t>
            </a:r>
            <a:r>
              <a:rPr lang="hu-HU" sz="1200" dirty="0" err="1"/>
              <a:t>sql</a:t>
            </a:r>
            <a:r>
              <a:rPr lang="hu-HU" sz="1200" dirty="0"/>
              <a:t>);</a:t>
            </a:r>
            <a:br>
              <a:rPr lang="hu-HU" sz="1200" dirty="0"/>
            </a:br>
            <a:r>
              <a:rPr lang="hu-HU" sz="1200" dirty="0"/>
              <a:t>  }</a:t>
            </a:r>
            <a:br>
              <a:rPr lang="hu-HU" sz="1200" dirty="0"/>
            </a:br>
            <a:r>
              <a:rPr lang="hu-HU" sz="1200" dirty="0"/>
              <a:t>  $</a:t>
            </a:r>
            <a:r>
              <a:rPr lang="hu-HU" sz="1200" dirty="0" err="1"/>
              <a:t>sql</a:t>
            </a:r>
            <a:r>
              <a:rPr lang="hu-HU" sz="1200" dirty="0"/>
              <a:t>=</a:t>
            </a:r>
            <a:r>
              <a:rPr lang="hu-HU" sz="1200" dirty="0" err="1"/>
              <a:t>mysqli_prepare</a:t>
            </a:r>
            <a:r>
              <a:rPr lang="hu-HU" sz="1200" dirty="0"/>
              <a:t>($</a:t>
            </a:r>
            <a:r>
              <a:rPr lang="hu-HU" sz="1200" dirty="0" err="1"/>
              <a:t>k,"SELECT</a:t>
            </a:r>
            <a:r>
              <a:rPr lang="hu-HU" sz="1200" dirty="0"/>
              <a:t> </a:t>
            </a:r>
            <a:r>
              <a:rPr lang="hu-HU" sz="1200" dirty="0" err="1"/>
              <a:t>id</a:t>
            </a:r>
            <a:r>
              <a:rPr lang="hu-HU" sz="1200" dirty="0"/>
              <a:t> FROM </a:t>
            </a:r>
            <a:r>
              <a:rPr lang="hu-HU" sz="1200" dirty="0" err="1"/>
              <a:t>valaszok</a:t>
            </a:r>
            <a:r>
              <a:rPr lang="hu-HU" sz="1200" dirty="0"/>
              <a:t> WHERE </a:t>
            </a:r>
            <a:r>
              <a:rPr lang="hu-HU" sz="1200" dirty="0" err="1"/>
              <a:t>valaszSzoveg</a:t>
            </a:r>
            <a:r>
              <a:rPr lang="hu-HU" sz="1200" dirty="0"/>
              <a:t>=?");</a:t>
            </a:r>
            <a:br>
              <a:rPr lang="hu-HU" sz="1200" dirty="0"/>
            </a:br>
            <a:r>
              <a:rPr lang="hu-HU" sz="1200" dirty="0"/>
              <a:t>  </a:t>
            </a:r>
            <a:r>
              <a:rPr lang="hu-HU" sz="1200" dirty="0" err="1"/>
              <a:t>mysqli_stmt_bind_param</a:t>
            </a:r>
            <a:r>
              <a:rPr lang="hu-HU" sz="1200" dirty="0"/>
              <a:t>($</a:t>
            </a:r>
            <a:r>
              <a:rPr lang="hu-HU" sz="1200" dirty="0" err="1"/>
              <a:t>sql</a:t>
            </a:r>
            <a:r>
              <a:rPr lang="hu-HU" sz="1200" dirty="0"/>
              <a:t>,'s',$</a:t>
            </a:r>
            <a:r>
              <a:rPr lang="hu-HU" sz="1200" dirty="0" err="1"/>
              <a:t>valSzov</a:t>
            </a:r>
            <a:r>
              <a:rPr lang="hu-HU" sz="1200" dirty="0"/>
              <a:t>);</a:t>
            </a:r>
            <a:br>
              <a:rPr lang="hu-HU" sz="1200" dirty="0"/>
            </a:br>
            <a:r>
              <a:rPr lang="hu-HU" sz="1200" dirty="0"/>
              <a:t>  </a:t>
            </a:r>
            <a:r>
              <a:rPr lang="hu-HU" sz="1200" dirty="0" err="1"/>
              <a:t>mysqli_stmt_execute</a:t>
            </a:r>
            <a:r>
              <a:rPr lang="hu-HU" sz="1200" dirty="0"/>
              <a:t>($</a:t>
            </a:r>
            <a:r>
              <a:rPr lang="hu-HU" sz="1200" dirty="0" err="1"/>
              <a:t>sql</a:t>
            </a:r>
            <a:r>
              <a:rPr lang="hu-HU" sz="1200" dirty="0"/>
              <a:t>);</a:t>
            </a:r>
            <a:br>
              <a:rPr lang="hu-HU" sz="1200" dirty="0"/>
            </a:br>
            <a:r>
              <a:rPr lang="hu-HU" sz="1200" dirty="0"/>
              <a:t>  $e=</a:t>
            </a:r>
            <a:r>
              <a:rPr lang="hu-HU" sz="1200" dirty="0" err="1"/>
              <a:t>mysqli_stmt_get_result</a:t>
            </a:r>
            <a:r>
              <a:rPr lang="hu-HU" sz="1200" dirty="0"/>
              <a:t>($</a:t>
            </a:r>
            <a:r>
              <a:rPr lang="hu-HU" sz="1200" dirty="0" err="1"/>
              <a:t>sql</a:t>
            </a:r>
            <a:r>
              <a:rPr lang="hu-HU" sz="1200" dirty="0"/>
              <a:t>);</a:t>
            </a:r>
            <a:br>
              <a:rPr lang="hu-HU" sz="1200" dirty="0"/>
            </a:br>
            <a:r>
              <a:rPr lang="hu-HU" sz="1200" dirty="0"/>
              <a:t>  $sor=</a:t>
            </a:r>
            <a:r>
              <a:rPr lang="hu-HU" sz="1200" dirty="0" err="1"/>
              <a:t>mysqli_fetch_assoc</a:t>
            </a:r>
            <a:r>
              <a:rPr lang="hu-HU" sz="1200" dirty="0"/>
              <a:t>($e);</a:t>
            </a:r>
            <a:br>
              <a:rPr lang="hu-HU" sz="1200" dirty="0"/>
            </a:br>
            <a:r>
              <a:rPr lang="hu-HU" sz="1200" dirty="0"/>
              <a:t>  $</a:t>
            </a:r>
            <a:r>
              <a:rPr lang="hu-HU" sz="1200" dirty="0" err="1"/>
              <a:t>valID</a:t>
            </a:r>
            <a:r>
              <a:rPr lang="hu-HU" sz="1200" dirty="0"/>
              <a:t>=$sor['</a:t>
            </a:r>
            <a:r>
              <a:rPr lang="hu-HU" sz="1200" dirty="0" err="1"/>
              <a:t>id</a:t>
            </a:r>
            <a:r>
              <a:rPr lang="hu-HU" sz="1200" dirty="0"/>
              <a:t>’];</a:t>
            </a:r>
            <a:br>
              <a:rPr lang="hu-HU" sz="1200" dirty="0"/>
            </a:br>
            <a:r>
              <a:rPr lang="hu-HU" sz="1200" dirty="0"/>
              <a:t>  $</a:t>
            </a:r>
            <a:r>
              <a:rPr lang="hu-HU" sz="1200" dirty="0" err="1"/>
              <a:t>sql</a:t>
            </a:r>
            <a:r>
              <a:rPr lang="hu-HU" sz="1200" dirty="0"/>
              <a:t>=</a:t>
            </a:r>
            <a:r>
              <a:rPr lang="hu-HU" sz="1200" dirty="0" err="1"/>
              <a:t>mysqli_prepare</a:t>
            </a:r>
            <a:r>
              <a:rPr lang="hu-HU" sz="1200" dirty="0"/>
              <a:t>($</a:t>
            </a:r>
            <a:r>
              <a:rPr lang="hu-HU" sz="1200" dirty="0" err="1"/>
              <a:t>k,"INSERT</a:t>
            </a:r>
            <a:r>
              <a:rPr lang="hu-HU" sz="1200" dirty="0"/>
              <a:t> INTO </a:t>
            </a:r>
            <a:r>
              <a:rPr lang="hu-HU" sz="1200" dirty="0" err="1"/>
              <a:t>kerdesvalasz</a:t>
            </a:r>
            <a:r>
              <a:rPr lang="hu-HU" sz="1200" dirty="0"/>
              <a:t> VALUES (NULL, ?, ?, ?, 0)");</a:t>
            </a:r>
            <a:br>
              <a:rPr lang="hu-HU" sz="1200" dirty="0"/>
            </a:br>
            <a:r>
              <a:rPr lang="hu-HU" sz="1200" dirty="0"/>
              <a:t>  </a:t>
            </a:r>
            <a:r>
              <a:rPr lang="hu-HU" sz="1200" dirty="0" err="1"/>
              <a:t>mysqli_stmt_bind_param</a:t>
            </a:r>
            <a:r>
              <a:rPr lang="hu-HU" sz="1200" dirty="0"/>
              <a:t>($</a:t>
            </a:r>
            <a:r>
              <a:rPr lang="hu-HU" sz="1200" dirty="0" err="1"/>
              <a:t>sql</a:t>
            </a:r>
            <a:r>
              <a:rPr lang="hu-HU" sz="1200" dirty="0"/>
              <a:t>,'iii',$</a:t>
            </a:r>
            <a:r>
              <a:rPr lang="hu-HU" sz="1200" dirty="0" err="1"/>
              <a:t>kerdID</a:t>
            </a:r>
            <a:r>
              <a:rPr lang="hu-HU" sz="1200" dirty="0"/>
              <a:t>, $</a:t>
            </a:r>
            <a:r>
              <a:rPr lang="hu-HU" sz="1200" dirty="0" err="1"/>
              <a:t>valID</a:t>
            </a:r>
            <a:r>
              <a:rPr lang="hu-HU" sz="1200" dirty="0"/>
              <a:t>, $pont);</a:t>
            </a:r>
            <a:br>
              <a:rPr lang="hu-HU" sz="1200" dirty="0"/>
            </a:br>
            <a:r>
              <a:rPr lang="hu-HU" sz="1200" dirty="0"/>
              <a:t>  </a:t>
            </a:r>
            <a:r>
              <a:rPr lang="hu-HU" sz="1200" dirty="0" err="1"/>
              <a:t>mysqli_stmt_execute</a:t>
            </a:r>
            <a:r>
              <a:rPr lang="hu-HU" sz="1200" dirty="0"/>
              <a:t>($</a:t>
            </a:r>
            <a:r>
              <a:rPr lang="hu-HU" sz="1200" dirty="0" err="1"/>
              <a:t>sql</a:t>
            </a:r>
            <a:r>
              <a:rPr lang="hu-HU" sz="12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8740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  <p:bldP spid="4" grpId="1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FDFCFB-9800-4402-9E5F-19E069DF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project </a:t>
            </a:r>
            <a:r>
              <a:rPr lang="hu-HU" dirty="0" err="1"/>
              <a:t>summary</a:t>
            </a:r>
            <a:endParaRPr lang="hu-HU" dirty="0"/>
          </a:p>
        </p:txBody>
      </p:sp>
      <p:graphicFrame>
        <p:nvGraphicFramePr>
          <p:cNvPr id="6" name="Tartalom helye 2" descr="SmartArt ábra helykitöltő">
            <a:extLst>
              <a:ext uri="{FF2B5EF4-FFF2-40B4-BE49-F238E27FC236}">
                <a16:creationId xmlns:a16="http://schemas.microsoft.com/office/drawing/2014/main" id="{D4E9ACDF-B46A-4652-9818-335A309AE3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1922531"/>
              </p:ext>
            </p:extLst>
          </p:nvPr>
        </p:nvGraphicFramePr>
        <p:xfrm>
          <a:off x="1023938" y="2419004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866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5B8F420-3FA1-4CF9-A497-F2E2DFDF12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95B8F420-3FA1-4CF9-A497-F2E2DFDF12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1A7F7AB-32D7-42D0-B198-A9E1FFF760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51A7F7AB-32D7-42D0-B198-A9E1FFF760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B92028E-B8F2-4324-9397-ED532FD781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graphicEl>
                                              <a:dgm id="{EB92028E-B8F2-4324-9397-ED532FD781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4372B73-F2F8-4853-BE16-1F7B9F3F1C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34372B73-F2F8-4853-BE16-1F7B9F3F1C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B2D6361-7557-4577-A98E-0DD227A9EE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AB2D6361-7557-4577-A98E-0DD227A9EE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487F68C-461C-4618-B476-322CBF7582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F487F68C-461C-4618-B476-322CBF7582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10136A4-0F96-42AD-AD0A-D17E8EAEEE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graphicEl>
                                              <a:dgm id="{C10136A4-0F96-42AD-AD0A-D17E8EAEEE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E72D542-CEB5-4DAC-AB2E-68A0F07C08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6E72D542-CEB5-4DAC-AB2E-68A0F07C08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AB752E0-19F8-4313-AA90-689365659A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graphicEl>
                                              <a:dgm id="{5AB752E0-19F8-4313-AA90-689365659A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á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375_TF22378848.potx" id="{55930D0E-20F7-40F5-AC02-273D1FA3EEA7}" vid="{1538E126-8C8C-4D12-8F3D-87EFAEAF7121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purl.org/dc/elements/1.1/"/>
    <ds:schemaRef ds:uri="http://schemas.microsoft.com/office/2006/documentManagement/types"/>
    <ds:schemaRef ds:uri="71af3243-3dd4-4a8d-8c0d-dd76da1f02a5"/>
    <ds:schemaRef ds:uri="16c05727-aa75-4e4a-9b5f-8a80a1165891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Egységes arculat</Template>
  <TotalTime>0</TotalTime>
  <Words>456</Words>
  <Application>Microsoft Office PowerPoint</Application>
  <PresentationFormat>Szélesvásznú</PresentationFormat>
  <Paragraphs>32</Paragraphs>
  <Slides>7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4" baseType="lpstr">
      <vt:lpstr>Calibri</vt:lpstr>
      <vt:lpstr>Courier New</vt:lpstr>
      <vt:lpstr>Tw Cen MT</vt:lpstr>
      <vt:lpstr>Tw Cen MT Condensed</vt:lpstr>
      <vt:lpstr>Wingdings</vt:lpstr>
      <vt:lpstr>Wingdings 3</vt:lpstr>
      <vt:lpstr>Integrál</vt:lpstr>
      <vt:lpstr>Teszt-B@nk</vt:lpstr>
      <vt:lpstr>Bevezetés</vt:lpstr>
      <vt:lpstr>Projekt ismertetése</vt:lpstr>
      <vt:lpstr>Felhasználói felület</vt:lpstr>
      <vt:lpstr>Adminisztrációs felület</vt:lpstr>
      <vt:lpstr>Szakmai kihívások</vt:lpstr>
      <vt:lpstr>project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2026-04-16T12:23:43Z</dcterms:created>
  <dcterms:modified xsi:type="dcterms:W3CDTF">2026-04-30T08:22:36Z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